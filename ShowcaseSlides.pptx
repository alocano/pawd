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19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841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35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26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0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5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0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43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83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494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6167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03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12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287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33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60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78D62F9-87E8-4BBB-B367-1807B0994E7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236CE-F0E9-4269-A7D7-5958AC7B1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810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6E46F6-5412-556E-47A4-E3F1BCEE3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213" y="1562319"/>
            <a:ext cx="3470787" cy="30804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3E7850-360C-0229-7FAF-B16CC00EF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1418"/>
            <a:ext cx="8721212" cy="51367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25B357-6C2A-227F-881C-7BBCDADB99C5}"/>
              </a:ext>
            </a:extLst>
          </p:cNvPr>
          <p:cNvSpPr txBox="1"/>
          <p:nvPr/>
        </p:nvSpPr>
        <p:spPr>
          <a:xfrm>
            <a:off x="1209367" y="285135"/>
            <a:ext cx="63024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Pronation/Supination Test (Inertial Movement Unit)</a:t>
            </a:r>
          </a:p>
        </p:txBody>
      </p:sp>
    </p:spTree>
    <p:extLst>
      <p:ext uri="{BB962C8B-B14F-4D97-AF65-F5344CB8AC3E}">
        <p14:creationId xmlns:p14="http://schemas.microsoft.com/office/powerpoint/2010/main" val="2802039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B08B06-9822-5566-BBEF-4E01B4B58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82" y="1166646"/>
            <a:ext cx="8249265" cy="5691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E4618D-15DD-A78A-DCC5-84726F2A1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383" y="1650198"/>
            <a:ext cx="3950617" cy="35019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08EC66-C602-ECA6-698C-C0B00508CB3F}"/>
              </a:ext>
            </a:extLst>
          </p:cNvPr>
          <p:cNvSpPr txBox="1"/>
          <p:nvPr/>
        </p:nvSpPr>
        <p:spPr>
          <a:xfrm>
            <a:off x="950762" y="226142"/>
            <a:ext cx="6331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Finger Tap and Hand Movement Test (Capacitive Touch and Proximity Sensor)</a:t>
            </a:r>
          </a:p>
        </p:txBody>
      </p:sp>
    </p:spTree>
    <p:extLst>
      <p:ext uri="{BB962C8B-B14F-4D97-AF65-F5344CB8AC3E}">
        <p14:creationId xmlns:p14="http://schemas.microsoft.com/office/powerpoint/2010/main" val="19097902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</TotalTime>
  <Words>22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Mansyur, Jason Adam</dc:creator>
  <cp:lastModifiedBy>Mansyur, Jason Adam</cp:lastModifiedBy>
  <cp:revision>2</cp:revision>
  <dcterms:created xsi:type="dcterms:W3CDTF">2025-12-05T20:06:24Z</dcterms:created>
  <dcterms:modified xsi:type="dcterms:W3CDTF">2025-12-05T20:19:18Z</dcterms:modified>
</cp:coreProperties>
</file>